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Human Resources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Project</a:t>
            </a:r>
          </a:p>
          <a:p>
            <a:r>
              <a:t>GORREPATI VAMSHI KRISHNA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employee attrition, income, satisfaction and departmental distribution using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attrition, employee distribution, job satisfaction and support HR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WA_Fn-UseC_-HR-Employee-Attrition.csv</a:t>
            </a:r>
          </a:p>
          <a:p>
            <a:r>
              <a:t>Contains employee, department, income and attrition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Screenshot 2026-06-01 1137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8229600" cy="46772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Employees: 1470</a:t>
            </a:r>
          </a:p>
          <a:p>
            <a:r>
              <a:t>Average Monthly Income: 6.50K</a:t>
            </a:r>
          </a:p>
          <a:p>
            <a:r>
              <a:t>Average Job Satisfaction: 2.73</a:t>
            </a:r>
          </a:p>
          <a:p>
            <a:r>
              <a:t>Research &amp; Development has highest employee 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Desktop, CSV Dataset, Data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helps HR teams understand employee trends and make data-driven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